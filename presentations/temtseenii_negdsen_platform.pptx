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Тэмцээний нэгдсэн платформ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Flutter + Firebase дээр суурилсан тэмцээн зохион байгуулах, оролцох, баг удирдах, bracket/result tracking систем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Mobile/Web responsive UI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Organizer / Participant / Admin role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 invite + bracket + match result workflow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01</a:t>
            </a:r>
            <a:endParaRPr lang="mn-MN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Асуудал ба хэрэгцээ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Тэмцээн зохион байгуулах явц олон сувагт тарамдаж, бүртгэл, баг, үр дүн, мэдэгдэл нэг дор харагддаггүй.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Оролцогч бүртгэлийн төлөв, баг, дараагийн тоглолтоо нэг газраас харах хэрэгтэй.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Зохион байгуулагч bracket дээр баг оноох, match result оруулах хэрэгтэй.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Бүртгэлгүй хэрэглэгчийг email invite-аар системд татах шаардлагатай.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Admin талд тэмцээн, organizer эрх, хэрэглэгчийн хяналт хэрэгтэй.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02</a:t>
            </a:r>
            <a:endParaRPr lang="mn-MN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Системийн зорилго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Тэмцээний lifecycle-ийг эхнээс нь дуустал нэг platform дээр удирдах.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Тэмцээн үүсгэх, зураг/poster upload хийх, admin approval авах.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Хувийн болон багийн тэмцээнд бүртгүүлэх.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Баг үүсгэх, гишүүн урих, invite accept/reject хийх.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Bracket дээр баг оноох, winner/loser/score/status хадгалах.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Profile дээр active/archive тэмцээн, match history автоматаар харах.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03</a:t>
            </a:r>
            <a:endParaRPr lang="mn-MN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Хэрэглэгчийн role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Role тус бүр өөр workflow-той.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Participant: тэмцээн хайх, бүртгүүлэх, team invite авах, profile progress харах.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Organizer: тэмцээн үүсгэх/edit хийх, баг болон bracket/result удирдах.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Admin: тэмцээн approve/reject, organizer хүсэлт шийдэх, user management хийх.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 Leader: баг үүсгэх, email invite илгээх, гишүүн хасах.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04</a:t>
            </a:r>
            <a:endParaRPr lang="mn-MN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Гол боломжууд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Одоогийн project-д хэрэгжсэн үндсэн feature-үүд.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Firebase Auth: email/password болон Google sign-in.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Competition CRUD: title, category, date, location, rules, prizes, image/poster.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 management: багийн мэдээлэл, invite list, member remove.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Invite system: registered/unregistered email invite, pending/accepted/rejected/expired status.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Result system: bracket match, winner advance, loser archive, notification sync.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05</a:t>
            </a:r>
            <a:endParaRPr lang="mn-MN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Технологийн бүтэц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Flutter UI + Firebase backend.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Frontend: Flutter Material UI, responsive mobile/desktop layout.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Auth: Firebase Authentication.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Database: Cloud Firestore collections.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Storage: Firebase Storage competition_images folder.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Realtime: Firestore snapshots ашиглан profile, invite, bracket update харуулна.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06</a:t>
            </a:r>
            <a:endParaRPr lang="mn-MN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Database model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Үндсэн collection/entity relationship.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users: user profile, role, organizer permission.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competitions: тэмцээний post, зураг, poster, status, owner.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teams / teamInvites / teamNotifications: баг, invite, notification flow.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registeredCompetitions: user profile дээр харагдах active/archive тэмцээн.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bracketMatches / matchResults: bracket slot, score, winner/loser, match history.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competitionRequests / organizerRequests: admin approval workflow.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07</a:t>
            </a:r>
            <a:endParaRPr lang="mn-MN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Team invite workflow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Бүртгэлтэй болон бүртгэлгүй хэрэглэгчийг email-ээр урина.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Leader email оруулж invite илгээнэ.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Email системд бүртгэлтэй бол uid-тэй invite үүснэ.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Бүртгэлгүй бол toEmail дээр Pending invite хадгалагдана.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User тухайн email-ээр бүртгүүлж/login хийвэл pending invite link хийгдэнэ.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Accept хийсний дараа team member болж registeredCompetitions sync хийгдэнэ.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08</a:t>
            </a:r>
            <a:endParaRPr lang="mn-MN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Bracket &amp; Match result workflow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Organizer bracket дээр баг оноож, үр дүн хадгална.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Add match: round/match number автоматаар үүснэ.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Slot дээр дарж тухайн тэмцээнд бүртгэлтэй багуудаас сонгоно.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Хоёр баг оноогдсоны дараа winner, score, status, note, match time оруулна.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Winner дараагийн round slot руу автоматаар шилжинэ.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Loser Eliminated/Archived болж profile-ийн archive section руу орно.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09</a:t>
            </a:r>
            <a:endParaRPr lang="mn-MN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Profile tracking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Оролцогч өөрийн тэмцээний явцыг profile дээрээс харна.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Одоо оролцож байна: active tournament, bracket preview, next opponent.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Өмнө оролцсон тэмцээнүүд: eliminated/archive result.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Match history: opponent, score, win/lose, round, time.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Bracket update болон result update notification хэлбэрээр очно.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10</a:t>
            </a:r>
            <a:endParaRPr lang="mn-MN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UI/UX шийдэл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Project-ийн одоогийн visual style дээр modern clean interface нэмсэн.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Competition detail: image header, info cards, poster, action bar.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 window: member list, invite form, sent invite status.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Invite screen: notification + pending invite + accept/reject action.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Bracket editor: dark neon esports style, glow cards, modal sheet.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Responsive layout: mobile болон desktop дээр card/grid тохируулна.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11</a:t>
            </a:r>
            <a:endParaRPr lang="mn-MN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Demo flow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Танилцуулга хийх үед дараах дарааллаар үзүүлэхэд тохиромжтой.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1. Organizer login → тэмцээн үүсгэх, зураг/poster upload хийх.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2. Admin approve → participant талд тэмцээн харагдах.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3. Participant/team leader баг үүсгэх → email invite илгээх.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4. Invite авсан user accept хийх → team member болох.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5. Organizer bracket slot-д баг оноох → result оруулах.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6. Participant profile дээр active/archive болон match history харах.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12</a:t>
            </a:r>
            <a:endParaRPr lang="mn-MN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Давуу тал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Platform-ийн үнэ цэнэ.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Бүртгэл, баг, invite, bracket, result нэг системд нэгдсэн.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Realtime update нь organizer болон participant-ийн мэдээллийг sync байлгана.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Email invite нь app-д бүртгэлгүй хэрэглэгчийг onboarding хийхэд тусална.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Admin approval нь нийтлэгдэх тэмцээний чанар, найдвартай байдлыг нэмнэ.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Profile archive/history нь оролцогчийн спортын амжилтын бүртгэл болно.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13</a:t>
            </a:r>
            <a:endParaRPr lang="mn-MN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Цаашдын хөгжүүлэлт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Дараагийн iteration-д нэмэх боломжтой зүйлс.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Email deep link / Firebase Dynamic Links орлуулах custom link flow.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Push notification integration.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Payment/fee төлөлт болон receipt.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Advanced bracket types: double elimination, group stage, round robin.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Organizer analytics dashboard, export PDF/Excel.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14</a:t>
            </a:r>
            <a:endParaRPr lang="mn-MN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28600" y="201168"/>
            <a:ext cx="11731752" cy="6446520"/>
          </a:xfrm>
          <a:prstGeom prst="roundRect">
            <a:avLst/>
          </a:prstGeom>
          <a:solidFill>
            <a:srgbClr val="101323">
              <a:alpha val="88000"/>
            </a:srgbClr>
          </a:solidFill>
          <a:ln w="12700">
            <a:solidFill>
              <a:srgbClr val="19E6FF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438912"/>
            <a:ext cx="1005840" cy="73152"/>
          </a:xfrm>
          <a:prstGeom prst="rect">
            <a:avLst/>
          </a:prstGeom>
          <a:solidFill>
            <a:srgbClr val="F5C400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572768" y="438912"/>
            <a:ext cx="658368" cy="73152"/>
          </a:xfrm>
          <a:prstGeom prst="rect">
            <a:avLst/>
          </a:prstGeom>
          <a:solidFill>
            <a:srgbClr val="FF3DF2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3000" b="1">
                <a:solidFill>
                  <a:srgbClr val="FFFFFF"/>
                </a:solidFill>
                <a:latin typeface="Aptos"/>
                <a:cs typeface="Arial"/>
              </a:rPr>
              <a:t>Дүгнэлт</a:t>
            </a:r>
            <a:endParaRPr lang="mn-MN" sz="3000"/>
          </a:p>
        </p:txBody>
      </p:sp>
      <p:sp>
        <p:nvSpPr>
          <p:cNvPr id="7" name="Subtitle"/>
          <p:cNvSpPr txBox="1"/>
          <p:nvPr/>
        </p:nvSpPr>
        <p:spPr>
          <a:xfrm>
            <a:off x="548640" y="13258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B9C7D8"/>
                </a:solidFill>
                <a:latin typeface="Aptos"/>
                <a:cs typeface="Arial"/>
              </a:rPr>
              <a:t>Энэхүү project нь тэмцээний workflow-г digital platform болгон нэгтгэсэн mobile-first шийдэл.</a:t>
            </a:r>
            <a:endParaRPr lang="mn-MN" sz="1450"/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1018520" cy="3913632"/>
          </a:xfrm>
          <a:prstGeom prst="roundRect">
            <a:avLst/>
          </a:prstGeom>
          <a:solidFill>
            <a:srgbClr val="15192C">
              <a:alpha val="93000"/>
            </a:srgbClr>
          </a:solidFill>
          <a:ln w="12700">
            <a:solidFill>
              <a:srgbClr val="2D3A56"/>
            </a:solidFill>
          </a:ln>
        </p:spPr>
      </p:sp>
      <p:sp>
        <p:nvSpPr>
          <p:cNvPr id="9" name="Bullets"/>
          <p:cNvSpPr txBox="1"/>
          <p:nvPr/>
        </p:nvSpPr>
        <p:spPr>
          <a:xfrm>
            <a:off x="914400" y="2423160"/>
            <a:ext cx="103784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Flutter ашигласнаар олон platform дээр ажиллах UI бэлэн.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Firebase ашигласнаар auth, realtime database, storage хурдан хөгжүүлэгдсэн.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Team invite, bracket, match result, profile tracking зэрэг core domain feature-үүдийг хамарсан.</a:t>
            </a:r>
            <a:endParaRPr lang="mn-MN" sz="1450"/>
          </a:p>
          <a:p>
            <a:r>
              <a:rPr lang="mn-MN" sz="1450">
                <a:solidFill>
                  <a:srgbClr val="F4F7FB"/>
                </a:solidFill>
                <a:latin typeface="Aptos"/>
                <a:cs typeface="Arial"/>
              </a:rPr>
              <a:t>• Project нь бодит тэмцээн зохион байгуулахад хэрэглэгдэхүйц MVP түвшинд хүрсэн.</a:t>
            </a:r>
            <a:endParaRPr lang="mn-MN" sz="1450"/>
          </a:p>
        </p:txBody>
      </p:sp>
      <p:sp>
        <p:nvSpPr>
          <p:cNvPr id="10" name="Slide Number"/>
          <p:cNvSpPr txBox="1"/>
          <p:nvPr/>
        </p:nvSpPr>
        <p:spPr>
          <a:xfrm>
            <a:off x="10744200" y="62453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mn-MN" sz="1150" b="1">
                <a:solidFill>
                  <a:srgbClr val="F5C400"/>
                </a:solidFill>
                <a:latin typeface="Aptos"/>
                <a:cs typeface="Arial"/>
              </a:rPr>
              <a:t>15</a:t>
            </a:r>
            <a:endParaRPr lang="mn-MN" sz="115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 PPT Generator</Application>
  <PresentationFormat>On-screen Show (16:9)</PresentationFormat>
  <Slides>15</Slides>
  <Company>Competition Platform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Тэмцээний нэгдсэн платформ</dc:title>
  <dc:creator>Codex</dc:creator>
  <cp:lastModifiedBy>Codex</cp:lastModifiedBy>
  <dcterms:created xsi:type="dcterms:W3CDTF">2026-05-14T07:08:59+00:00</dcterms:created>
  <dcterms:modified xsi:type="dcterms:W3CDTF">2026-05-14T07:08:59+00:00</dcterms:modified>
</cp:coreProperties>
</file>